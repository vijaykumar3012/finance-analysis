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3657600" cy="3657600"/>
          </a:xfrm>
          <a:prstGeom prst="ellipse">
            <a:avLst/>
          </a:prstGeom>
          <a:solidFill>
            <a:srgbClr val="08173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5303520"/>
            <a:ext cx="2743200" cy="2743200"/>
          </a:xfrm>
          <a:prstGeom prst="ellipse">
            <a:avLst/>
          </a:prstGeom>
          <a:solidFill>
            <a:srgbClr val="0817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713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Analysis Dashboard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 into Transactions, Customers &amp; Risk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analytics project covering transaction monitoring, customer segmentation, and risk visibility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Kishore Kumar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is a real-time finance analytics dashboard built to give a unified view of transaction activity, customer behavior, and operational risk for a financial services business.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97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0358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total transaction volume, value, fees, and tax collected across the year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657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9959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performance by customer segment, gender, state, and occupation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384048" cy="384048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617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Risk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9560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transaction status (success / failed / pending) to flag operational issues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1371600"/>
            <a:ext cx="4892040" cy="4983480"/>
          </a:xfrm>
          <a:prstGeom prst="roundRect">
            <a:avLst>
              <a:gd name="adj" fmla="val 2243"/>
            </a:avLst>
          </a:prstGeom>
          <a:solidFill>
            <a:srgbClr val="E8EE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8660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148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3865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834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YEAR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0723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520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VIEWS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7581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Analysis, Transaction Detail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206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4439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segment, state, gender, occupation, category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8920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5129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types — Deposit, Withdrawal, Bill Payment, Loan EMI, Transfer, and more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5577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58155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year, metric, occupation, and category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— Finance Analysis Dashboard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 · Total Amount 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081730"/>
          </a:solidFill>
          <a:ln w="12700">
            <a:solidFill>
              <a:srgbClr val="1C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3317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₹21.65M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9476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+2.58% vs prior year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71216" y="182880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081730"/>
          </a:solidFill>
          <a:ln w="12700">
            <a:solidFill>
              <a:srgbClr val="1C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9816" y="210312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08376" y="23317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2.44K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3008376" y="32004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379476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+891.40K% vs prior year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93792" y="182880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081730"/>
          </a:solidFill>
          <a:ln w="12700">
            <a:solidFill>
              <a:srgbClr val="1C3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22392" y="210312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30952" y="23317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₹8.87K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5330952" y="32004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Transaction Value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30952" y="379476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+2.12% vs prior year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16368" y="182880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081730"/>
          </a:solidFill>
          <a:ln w="12700">
            <a:solidFill>
              <a:srgbClr val="1C3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44968" y="210312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53528" y="23317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₹33.62K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7653528" y="32004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53528" y="379476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-3.96% vs prior year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38944" y="182880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081730"/>
          </a:solidFill>
          <a:ln w="12700">
            <a:solidFill>
              <a:srgbClr val="1C3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210312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76104" y="23317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₹6.05K</a:t>
            </a:r>
            <a:endParaRPr lang="en-US" sz="2700" dirty="0"/>
          </a:p>
        </p:txBody>
      </p:sp>
      <p:sp>
        <p:nvSpPr>
          <p:cNvPr id="27" name="Text 25"/>
          <p:cNvSpPr txBox="1"/>
          <p:nvPr/>
        </p:nvSpPr>
        <p:spPr>
          <a:xfrm>
            <a:off x="9976104" y="32004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Tax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976104" y="379476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-82.71% vs prior year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reflect FinSight's live Power BI cards, driven by the dynamic-metric and year slicers.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— Finance Analysis Dashboard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trend, transaction status, customer segment, geography, and gender split — all on one page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456923" y="1371600"/>
            <a:ext cx="9277849" cy="4937760"/>
          </a:xfrm>
          <a:prstGeom prst="roundRect">
            <a:avLst>
              <a:gd name="adj" fmla="val 926"/>
            </a:avLst>
          </a:prstGeom>
          <a:solidFill>
            <a:srgbClr val="E8EEF7"/>
          </a:solidFill>
          <a:ln/>
        </p:spPr>
      </p:sp>
      <p:pic>
        <p:nvPicPr>
          <p:cNvPr id="6" name="Image 0" descr="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2643" y="1417320"/>
            <a:ext cx="9186409" cy="4846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— Finance Analysis Dashboard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Detail 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grid of individual transactions with customer, status, segment, and geography fields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472674" y="1371600"/>
            <a:ext cx="9246347" cy="4937760"/>
          </a:xfrm>
          <a:prstGeom prst="roundRect">
            <a:avLst>
              <a:gd name="adj" fmla="val 926"/>
            </a:avLst>
          </a:prstGeom>
          <a:solidFill>
            <a:srgbClr val="E8EEF7"/>
          </a:solidFill>
          <a:ln/>
        </p:spPr>
      </p:sp>
      <p:pic>
        <p:nvPicPr>
          <p:cNvPr id="6" name="Image 0" descr="trans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8394" y="1417320"/>
            <a:ext cx="9154907" cy="4846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— Finance Analysis Dashboard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996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dominates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470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84.7% of total amount (₹18.3M) sits in successfully completed transactions; only 4.2% is failed.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554480"/>
            <a:ext cx="365760" cy="365760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4996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leads by far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8470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 segment accounts for ₹13M of total amount — more than 3x every other segment combined.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540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on top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4015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(₹3.0M), Maharashtra (₹2.6M), and Tamil Nadu (₹2.3M) are the leading states by amount.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108960"/>
            <a:ext cx="365760" cy="365760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0540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Near-even gender split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4015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drive 55% (₹11.9M) of total amount vs. 45% (₹9.7M) for male customers.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663440"/>
            <a:ext cx="365760" cy="365760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6085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Loan EMIs are the biggest categories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9560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(₹6.0M) and Loan EMI (₹6.4M) lead all transaction types, alongside the highest fees and tax.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4805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4663440"/>
            <a:ext cx="365760" cy="365760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6085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is the peak month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49560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amount swings between ₹1.4M and ₹2.2M, peaking sharply in December after a mid-year dip.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— Finance Analysis Dashboard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82880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08173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transaction, customer, and calendar tables into a star-schema-style model for fast slicing.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081730"/>
          </a:solidFill>
          <a:ln/>
        </p:spPr>
      </p:sp>
      <p:sp>
        <p:nvSpPr>
          <p:cNvPr id="10" name="Shape 8"/>
          <p:cNvSpPr/>
          <p:nvPr/>
        </p:nvSpPr>
        <p:spPr>
          <a:xfrm>
            <a:off x="3547872" y="21031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787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29184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measures for total amount, fees, tax, average transaction value, and year-over-year variance.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182880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08173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18504" y="21031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1850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18504" y="329184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slicers for year, dynamic metric, occupation, and category to let users reshape every visual on demand.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0536" y="182880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081730"/>
          </a:solidFill>
          <a:ln/>
        </p:spPr>
      </p:sp>
      <p:sp>
        <p:nvSpPr>
          <p:cNvPr id="20" name="Shape 18"/>
          <p:cNvSpPr/>
          <p:nvPr/>
        </p:nvSpPr>
        <p:spPr>
          <a:xfrm>
            <a:off x="9089136" y="21031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8913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089136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Design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89136" y="329184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a KPI card strip with trend, distribution, and breakdown visuals across two linked report pages.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— Finance Analysis Dashboard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0512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turns raw transaction records into a single, filterable view of volume, revenue, risk, and customer mix — giving stakeholders a fast read on where the business's money is moving and where it's getting stuck.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E8EE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EXTENSIONS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148840"/>
            <a:ext cx="274320" cy="274320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09397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dedicated Risk page flagging high-value failed/pending transactions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2971800"/>
            <a:ext cx="274320" cy="274320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91693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customer-level RFM and churn indicators alongside transaction metrics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3794760"/>
            <a:ext cx="274320" cy="274320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373989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month-over-month refresh from a live transactional data source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4617720"/>
            <a:ext cx="274320" cy="274320"/>
          </a:xfrm>
          <a:prstGeom prst="ellipse">
            <a:avLst/>
          </a:prstGeom>
          <a:solidFill>
            <a:srgbClr val="0B1F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56285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drill-through from summary cards straight into the transaction detail grid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— Finance Analysis Dashboard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2026-09-12T09:59:03Z</dcterms:created>
  <dcterms:modified xsi:type="dcterms:W3CDTF">2026-09-12T09:59:03Z</dcterms:modified>
</cp:coreProperties>
</file>